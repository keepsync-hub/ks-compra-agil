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3200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7671816" y="320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— identidad KeepSync sin confirmar</a:t>
            </a:r>
            <a:endParaRPr lang="en-US" sz="900" dirty="0"/>
          </a:p>
        </p:txBody>
      </p:sp>
      <p:pic>
        <p:nvPicPr>
          <p:cNvPr id="4" name="Image 0" descr="/home/user/ks-compra-agil/src/assets/logo-keepsyn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914400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27632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Claude Pro para I MUNICIPALIDAD DE CORONEL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solicitud de Compra Ágil — 2759-474-COT26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9418320" cy="1417320"/>
          </a:xfrm>
          <a:prstGeom prst="roundRect">
            <a:avLst>
              <a:gd name="adj" fmla="val 5161"/>
            </a:avLst>
          </a:prstGeom>
          <a:solidFill>
            <a:srgbClr val="16152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5394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MUNICIPALIDAD DE CORONEL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5760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PROFESIONAL DE SOFWARE SAAS DE INTELIGENCIA ARTIFICIAL GENERATIVA Y ASISTENCIA DE PROCESAMIENTO DE LENGUAJE NATURAL 12 MESES, TIPO CLAUDE VERSION PRO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6126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752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BANNEN 70, Coronel, Región del Biobío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995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 KeepSync  —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cuentas Claude Pro por 12 meses, con acceso al asistente de IA de Anthropic para el equipo de I MUNICIPALIDAD DE CORONEL.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ampliada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significativamente mayor que el plan gratuito, con acceso prioritario en horas de alta demanda.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avanzados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los modelos más capaces de Claude para redacción, análisis de documentos, código y automatización.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trabajo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Proyectos, carga de archivos y funciones de investigación y razonamiento extendido para tareas complejas.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del requerimiento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8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Producto/servicio — 8 licencias Claude Pro — 12 meses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62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45445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de entrega — activación en 3 días hábil(es)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46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9286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exigido — Patente municipal al día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30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531266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digital — incluido en el valor total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903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hábil en el Sistema de Información (Mercado Público) — Cotización formal adjunta con el detalle de lo ofertado.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la Ley 21.180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9555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Transformación Digital del Estado (Art. 16 bis). Las licencias Claude Pro potencian al equipo de I MUNICIPALIDAD DE CORONEL para operar bajo los principios que la ley establece en la tramitación electrónica de los procedimientos administrativos.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tecnología de IA vigente y con soporte activo: evita el uso de plataformas obsoletas y mantiene al equipo con herramientas de última generación.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2392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Escrituración electrónica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la redacción, revisión y estandarización de actos y documentos administrativos expresados por medios electrónicos.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 del expediente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el análisis, resumen y ordenamiento de la documentación, ayudando a mantener registros íntegros y trazables.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22392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y cooperación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 y facilita el trabajo colaborativo entre equipos, liberando tiempo para modernizar los servicios.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858000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una herramienta de apoyo a la gestión; el cumplimiento normativo depende de los procesos, firmas y plataformas oficiales de I MUNICIPALIDAD DE CORONEL. Ley 21.180 — modifica la Ley 19.880.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3200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7671816" y="320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— identidad KeepSync sin confirmar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formal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en pesos chilenos (CLP), impuestos incluidos. Licencias Claude Pro por 12 meses, gestión y soporte de KeepSync.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unit.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 neto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 cuenta Claude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$16.356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$1.570.172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$1.570.172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19%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493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$298.333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9319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786CF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$1.868.504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bajo el presupuesto disponible de $2.200.000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709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0749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Plazo de entrega / activación: 3 día(s) hábil(es) desde la adjudicación.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Valor de despacho / entrega digital incluido en el monto total.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Proveedor con habilidad vigente en el Sistema de Información (Mercado Público).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Documento exigido: Patente municipal al día — adjuntar junto con la oferta.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Condiciones excluyentes detectadas en las bases: INADMISIBLE | DE LO CONTRARIO SU OFERTA QUEDARA INADMISIBLE.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70866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   —   claudio.antonio@kompu.cl   —   BORRADOR: RUT y razón social pendientes de confirmar antes de enviar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2026-08-11T06:05:42Z</dcterms:created>
  <dcterms:modified xsi:type="dcterms:W3CDTF">2026-08-11T06:05:42Z</dcterms:modified>
</cp:coreProperties>
</file>