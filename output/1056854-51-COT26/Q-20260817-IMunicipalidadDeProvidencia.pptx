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ks-compra-agil/src/assets/logo-keepsync-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914400" cy="8961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27632" y="713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KeepSync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27432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COMERCIAL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32004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Licencias Claude Team para I MUNICIPALIDAD DE PROVIDENCIA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4617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a solicitud de Compra Ágil — 1056854-51-COT26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5257800"/>
            <a:ext cx="9418320" cy="1417320"/>
          </a:xfrm>
          <a:prstGeom prst="roundRect">
            <a:avLst>
              <a:gd name="adj" fmla="val 5161"/>
            </a:avLst>
          </a:prstGeom>
          <a:solidFill>
            <a:srgbClr val="161527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394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5394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MUNICIPALIDAD DE PROVIDENCIA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5760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0" y="5760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Suscripción de licencias Claude AI Team Seat, por 12 meses.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6126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DIRIGIDO 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17520" y="6126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AV. PEDRO DE VALDIVIA 963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69951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Presentado por KeepSync  —  agosto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propuesta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cuentas Claude Team por 12 meses, con acceso al asistente de IA de Anthropic para el equipo de I MUNICIPALIDAD DE PROVIDENCIA.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ampliada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significativamente mayor que el plan gratuito, con acceso prioritario en horas de alta demanda.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avanzados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los modelos más capaces de Claude para redacción, análisis de documentos, código y automatización.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69164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61527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1920240"/>
            <a:ext cx="365760" cy="365760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7804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trabajo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2788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Proyectos, carga de archivos y funciones de investigación y razonamiento extendido para tareas complejas.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del requerimiento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178808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78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416052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Producto/servicio — 11 licencias Claude Team — 12 meses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562856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62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5840" y="4544568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Plazo de entrega — activación en 5 días hábil(es)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946904"/>
            <a:ext cx="256032" cy="256032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9469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05840" y="4928616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Despacho digital — incluido en el valor total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9037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 hábil en el Sistema de Información (Mercado Público) — Cotización formal adjunta con el detalle de lo ofertado.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NORMATIVO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Alineación con la Ley 21.180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700784"/>
            <a:ext cx="9555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de Transformación Digital del Estado (Art. 16 bis). Las licencias Claude Team potencian al equipo de I MUNICIPALIDAD DE PROVIDENCIA para operar bajo los principios que la ley establece en la tramitación electrónica de los procedimientos administrativos.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48716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276148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327355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62102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Team es tecnología de IA vigente y con soporte activo: evita el uso de plataformas obsoletas y mantiene al equipo con herramientas de última generación.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22392" y="248716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11" name="Shape 9"/>
          <p:cNvSpPr/>
          <p:nvPr/>
        </p:nvSpPr>
        <p:spPr>
          <a:xfrm>
            <a:off x="5715000" y="276148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7614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327355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Escrituración electrónica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362102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 la redacción, revisión y estandarización de actos y documentos administrativos expresados por medios electrónicos.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45312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16" name="Shape 14"/>
          <p:cNvSpPr/>
          <p:nvPr/>
        </p:nvSpPr>
        <p:spPr>
          <a:xfrm>
            <a:off x="859536" y="472744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4727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" y="523951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Fidelidad del expediente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9536" y="558698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Apoya el análisis, resumen y ordenamiento de la documentación, ayudando a mantener registros íntegros y trazables.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22392" y="4453128"/>
            <a:ext cx="4626864" cy="1783080"/>
          </a:xfrm>
          <a:prstGeom prst="roundRect">
            <a:avLst>
              <a:gd name="adj" fmla="val 3077"/>
            </a:avLst>
          </a:prstGeom>
          <a:solidFill>
            <a:srgbClr val="161527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4727448"/>
            <a:ext cx="402336" cy="402336"/>
          </a:xfrm>
          <a:prstGeom prst="ellipse">
            <a:avLst/>
          </a:prstGeom>
          <a:solidFill>
            <a:srgbClr val="786CF0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4727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15000" y="5239512"/>
            <a:ext cx="4078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y cooperación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5586984"/>
            <a:ext cx="4078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 tareas repetitivas y facilita el trabajo colaborativo entre equipos, liberando tiempo para modernizar los servicios.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6858000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Team es una herramienta de apoyo a la gestión; el cumplimiento normativo depende de los procesos, firmas y plataformas oficiales de I MUNICIPALIDAD DE PROVIDENCIA. Ley 21.180 — modifica la Ley 19.880.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Cotización formal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en pesos chilenos (CLP), impuestos incluidos. Licencias Claude Team por 12 meses, gestión y soporte de KeepSync.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94183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822960"/>
                <a:gridCol w="822960"/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unit. mensual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Subtotal neto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Licencia cuenta Claude Team (asiento premium)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$119.538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$1.434.455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Licencia cuenta Claude Team (asiento estándar)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$23.908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$2.868.909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Taller de buenas prácticas (3 horas) para aprovechar al máximo la plataforma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Incluida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a la comunidad de usuarios de Claude en Chile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Incluida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0E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2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$4.303.364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26480" y="48646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 19%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48646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$817.639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5303520"/>
            <a:ext cx="3931920" cy="548640"/>
          </a:xfrm>
          <a:prstGeom prst="roundRect">
            <a:avLst>
              <a:gd name="adj" fmla="val 10000"/>
            </a:avLst>
          </a:prstGeom>
          <a:solidFill>
            <a:srgbClr val="786CF0"/>
          </a:solidFill>
          <a:ln/>
        </p:spPr>
      </p:sp>
      <p:sp>
        <p:nvSpPr>
          <p:cNvPr id="10" name="Text 7"/>
          <p:cNvSpPr/>
          <p:nvPr/>
        </p:nvSpPr>
        <p:spPr>
          <a:xfrm>
            <a:off x="6126480" y="5394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0" y="5394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$5.121.003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4480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bajo el presupuesto disponible de $5.200.000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08076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comerciales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644652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Plazo de entrega / activación: 5 día(s) hábil(es) desde la adjudicación.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Incluye, sin costo adicional, un taller de buenas prácticas de 3 horas para aprovechar al máximo la plataforma.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Incluye, sin costo adicional, acceso a la comunidad de usuarios de Claude en Chile.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Valor de despacho / entrega digital incluido en el monto total.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Proveedor con habilidad vigente en el Sistema de Información (Mercado Público).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Condiciones excluyentes detectadas en las bases: Se requiere la suscripción de licencias claude AI Team Seat, por 12 meses, más detalles se encuentra descrito en el formato de cotización adjunto | INADMISIBLE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7086600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KeepSync   —   cristian.molina@keepsync.ai   —   Válido por 30 días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2026-08-17T01:13:51Z</dcterms:created>
  <dcterms:modified xsi:type="dcterms:W3CDTF">2026-08-17T01:13:51Z</dcterms:modified>
</cp:coreProperties>
</file>