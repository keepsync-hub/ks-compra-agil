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s-compra-agil/src/assets/logo-keepsyn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896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7632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Claude Pro para I MUNICIPALIDAD DE VALPARAISO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solicitud de Compra Ágil — 2427-851-COT26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9418320" cy="1417320"/>
          </a:xfrm>
          <a:prstGeom prst="roundRect">
            <a:avLst>
              <a:gd name="adj" fmla="val 5161"/>
            </a:avLst>
          </a:prstGeom>
          <a:solidFill>
            <a:srgbClr val="1615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MUNICIPALIDAD DE VALPARAISO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DE ADQUISICION Y ACTIVACIÓN DE LICENCIAS ANUALES CLAUDE PRO, SECPLA.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 CON CONTACTO.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995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KeepSync  —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cuentas Claude Pro por 12 meses, con acceso al asistente de IA de Anthropic para el equipo de I MUNICIPALIDAD DE VALPARAISO.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ampliada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significativamente mayor que el plan gratuito, con acceso prioritario en horas de alta demanda.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avanzados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los modelos más capaces de Claude para redacción, análisis de documentos, código y automatización.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Proyectos, carga de archivos y funciones de investigación y razonamiento extendido para tareas complejas.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requerimiento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Producto/servicio — 3 licencias Claude Pro — 12 meses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62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entrega — activación en 5 días hábil(es)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46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9286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exigido — Patente municipal al día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330952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330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5312664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digital — incluido en el valor total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903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hábil en el Sistema de Información (Mercado Público) — Cotización formal adjunta con el detalle de lo ofertado.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la Ley 21.180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9555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Transformación Digital del Estado (Art. 16 bis). Las licencias Claude Pro potencian al equipo de I MUNICIPALIDAD DE VALPARAISO para operar bajo los principios que la ley establece en la tramitación electrónica de los procedimientos administrativos.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tecnología de IA vigente y con soporte activo: evita el uso de plataformas obsoletas y mantiene al equipo con herramientas de última generación.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2392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Escrituración electrónica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redacción, revisión y estandarización de actos y documentos administrativos expresados por medios electrónicos.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 del expediente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análisis, resumen y ordenamiento de la documentación, ayudando a mantener registros íntegros y trazables.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22392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y cooperación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 y facilita el trabajo colaborativo entre equipos, liberando tiempo para modernizar los servicios.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85800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una herramienta de apoyo a la gestión; el cumplimiento normativo depende de los procesos, firmas y plataformas oficiales de I MUNICIPALIDAD DE VALPARAISO. Ley 21.180 — modifica la Ley 19.880.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formal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en pesos chilenos (CLP), impuestos incluidos. Licencias Claude Pro por 12 meses, gestión y soporte de KeepSync.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unit.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 neto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$16.322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$587.600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$587.600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19%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$111.644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3931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786CF0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$699.244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bajo el presupuesto disponible de $1.200.000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709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5074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Plazo de entrega / activación: 5 día(s) hábil(es) desde la adjudicación.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Valor de despacho / entrega digital incluido en el monto total.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Proveedor con habilidad vigente en el Sistema de Información (Mercado Público).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Documento exigido: Patente municipal al día — adjuntar junto con la oferta.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Condiciones excluyentes detectadas en las bases: IMPORTANTE POR FAVOR ADJUNTAR PATENTE MUNICIPAL VIGENTE Y COTIZACIÓN FORMAL (SI NO ADJUNTA LA PATENTE SERA SOLICITADA POR CORREO CON UN PLAZO DE 24 HRS)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70866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   —   cristian.molina@keepsync.ai   —   Válido por 30 días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2026-08-12T17:46:57Z</dcterms:created>
  <dcterms:modified xsi:type="dcterms:W3CDTF">2026-08-12T17:46:57Z</dcterms:modified>
</cp:coreProperties>
</file>